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Experience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Revenue Growth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analytics dashboard to diagnose customer journey friction, improve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conversions, and maximise lifetime value.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969264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46504" y="3840480"/>
            <a:ext cx="534924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46504" y="3840480"/>
            <a:ext cx="534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18588" y="3840480"/>
            <a:ext cx="1229868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8588" y="3840480"/>
            <a:ext cx="1229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85616" y="3840480"/>
            <a:ext cx="534924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3840480"/>
            <a:ext cx="5349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57700" y="3840480"/>
            <a:ext cx="1837944" cy="32004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7700" y="3840480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Situation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10896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Growth (YoY)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692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Decline (YoY)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growing, but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spending less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their lifetime.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rates and repeat purchases are declining.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0998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Product and Analytics teams work in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with conflicting data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838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source of truth to guide decisions.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9593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— the company is great at acquiring users, but failing to retain and convert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Problems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Conversion Rate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visitors browse but don’t buy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Retention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repeat purchase rates are falling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Friction Points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clarity on where users drop 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Experience Gaps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mobile vs desktop vs tablet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Cart Abandonment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users add items then leave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CLV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customer generates less revenue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Channel ROI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traffic source drives revenue?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3337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Dashboard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siloed teams, conflicting strategies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65176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 rows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16 columns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segments, CLV tiers, acquisition source, lifetime orders and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960120"/>
            <a:ext cx="265176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rows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30 columns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6916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sessions with cart, checkout, purchase flags, revenue, device and traffic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265176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rows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17 columns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with pricing, margins, ratings, return rates and inventory levels.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date formats in Timestamp column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764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 in IDs (e.g., "#" suffix)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239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padding and inconsistent casing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714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"N/A" text in numeric fields, null values across columns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(Power Query)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special characters from Session_ID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Timestamp into a unified Date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Month and Year columns for trend analysis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whitespace, replaced null User_IDs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data types (Decimal, Integer)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Email_Subscribed to Yes/No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"N/A" text in numeric columns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unified Signup_Date formats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 across all fields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Product_IDs (leading/trailing spaces)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Product_Category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subcategory casing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Currency and Percentage data 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200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to Users — Many-to-One via User_ID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to Products — Many-to-One via Product_ID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 created for time intelligence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Custom DAX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0584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7007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192024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15768" y="100584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15768" y="1325880"/>
            <a:ext cx="17007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Off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192024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0584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325880"/>
            <a:ext cx="17007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User 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914400"/>
            <a:ext cx="192024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100584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Profitability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13448" y="1325880"/>
            <a:ext cx="170078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Margin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 Product 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Product 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measures use DIVIDE() for safe division and respond dynamically to filter context — every slicer interaction recalculates them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Performance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(Users, Revenue, Conversion Rate, AOV) + Revenue and Profit by Traffic Source + Revenue by Device + Monthly Trends.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"How are we performing overall?"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393192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Customer Journey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 (Sessions, Cart, Checkout, Purchase) + Drop-off by Device and Traffic Source + Geographic Map.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"Where do users drop off?"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Customer Segmentation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vs Drop-off by Segment + Revenue by Segment (Donut) + Users and Revenue by CLV Tier.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"Which customers matter most?"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3931920" cy="1554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Product &amp; Revenue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063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table + Profit Margin by Category + Scatter: Revenue vs Purchases with margin as bubble size.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"Which products are profitable?"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includes interactive Slicers (Year, Device, Geography, Segment) for real-time drill-down.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 Checkout Friction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analysis reveals where users leave — simplify forms, show all costs upfront.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3560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Optimize Mobile Experience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analysis shows higher mobile drop-off — prioritize responsive design and page speed.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 in High-ROI Channels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Traffic Source shows which channels convert — shift marketing budget accordingly.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Retain Loyal Customers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segment drives the most revenue — introduce loyalty programs and personalized offers.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Re-price Low-Margin Products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 identifies products with high volume but poor margins — adjust pricing strategy.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7772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90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Expand in High-CLV Regions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 reveals underserved high-potential markets for targeted campaigns.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dashboard — data-driven decisions — higher conversions and CLV.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Customer Experience &amp; Revenue Growth</dc:title>
  <dc:subject>PptxGenJS Presentation</dc:subject>
  <dc:creator>PptxGenJS</dc:creator>
  <cp:lastModifiedBy>PptxGenJS</cp:lastModifiedBy>
  <cp:revision>1</cp:revision>
  <dcterms:created xsi:type="dcterms:W3CDTF">2026-05-15T07:49:19Z</dcterms:created>
  <dcterms:modified xsi:type="dcterms:W3CDTF">2026-05-15T07:49:19Z</dcterms:modified>
</cp:coreProperties>
</file>